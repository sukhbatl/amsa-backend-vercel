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74" r:id="rId3"/>
    <p:sldId id="257" r:id="rId4"/>
    <p:sldId id="258" r:id="rId5"/>
    <p:sldId id="259" r:id="rId6"/>
    <p:sldId id="260" r:id="rId7"/>
    <p:sldId id="261" r:id="rId8"/>
    <p:sldId id="273" r:id="rId9"/>
    <p:sldId id="275" r:id="rId10"/>
    <p:sldId id="276" r:id="rId11"/>
    <p:sldId id="263" r:id="rId12"/>
    <p:sldId id="278" r:id="rId13"/>
    <p:sldId id="277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86" autoAdjust="0"/>
    <p:restoredTop sz="94660"/>
  </p:normalViewPr>
  <p:slideViewPr>
    <p:cSldViewPr snapToGrid="0" snapToObjects="1">
      <p:cViewPr>
        <p:scale>
          <a:sx n="50" d="100"/>
          <a:sy n="50" d="100"/>
        </p:scale>
        <p:origin x="-2656" y="-10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interSettings" Target="printerSettings/printerSettings1.bin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/>
              <a:pPr/>
              <a:t>6/15/12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D9D02-426E-46C9-9EE9-0DE1EF8B2838}" type="datetime1">
              <a:rPr lang="en-US" smtClean="0"/>
              <a:pPr/>
              <a:t>6/15/12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/>
              <a:pPr/>
              <a:t>6/15/12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AA6B6-10E5-4810-BC9F-DA72D8452E73}" type="datetime1">
              <a:rPr lang="en-US" smtClean="0"/>
              <a:pPr/>
              <a:t>6/15/12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D072-EF12-4AA2-BD71-ABC68B06D0E2}" type="datetime1">
              <a:rPr lang="en-US" smtClean="0"/>
              <a:pPr/>
              <a:t>6/15/12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BF60-6CC3-4B74-A60D-3486985E4346}" type="datetime1">
              <a:rPr lang="en-US" smtClean="0"/>
              <a:pPr/>
              <a:t>6/15/12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4818-984F-4759-BF72-A33BDC1963BD}" type="datetime1">
              <a:rPr lang="en-US" smtClean="0"/>
              <a:pPr/>
              <a:t>6/15/12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7E191-5F94-4FC1-B823-BD7CABF7FA06}" type="datetime1">
              <a:rPr lang="en-US" smtClean="0"/>
              <a:pPr/>
              <a:t>6/15/12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6D55-EFBE-4F9B-8A5F-09D42CA22A9B}" type="datetime1">
              <a:rPr lang="en-US" smtClean="0"/>
              <a:pPr/>
              <a:t>6/15/12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CF5A-EA79-452C-A52C-1A2668C2E7DF}" type="datetime1">
              <a:rPr lang="en-US" smtClean="0"/>
              <a:pPr/>
              <a:t>6/15/12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C4C28-BD4B-4892-9A2D-6E19BD753A9A}" type="datetime1">
              <a:rPr lang="en-US" smtClean="0"/>
              <a:pPr/>
              <a:t>6/15/12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9D1D110F-3F4E-48D9-B8AA-5D0E825AFDBA}" type="datetime1">
              <a:rPr lang="en-US" smtClean="0"/>
              <a:pPr/>
              <a:t>6/15/12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eg"/><Relationship Id="rId3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eg"/><Relationship Id="rId3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eg"/><Relationship Id="rId3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err="1"/>
              <a:t>Оюутаны</a:t>
            </a:r>
            <a:r>
              <a:rPr lang="ru-RU" dirty="0"/>
              <a:t> </a:t>
            </a:r>
            <a:r>
              <a:rPr lang="ru-RU" dirty="0" err="1"/>
              <a:t>Амьдрал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3913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International Student Orientation</a:t>
            </a:r>
            <a:endParaRPr lang="en-US" dirty="0"/>
          </a:p>
        </p:txBody>
      </p:sp>
      <p:pic>
        <p:nvPicPr>
          <p:cNvPr id="1026" name="Picture 2" descr="C:\Users\SkYe\Downloads\332002_287569447948941_96577412_o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02" y="1528872"/>
            <a:ext cx="8017098" cy="493632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06970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 smtClean="0"/>
              <a:t>Амьдрах</a:t>
            </a:r>
            <a:r>
              <a:rPr lang="ru-RU" dirty="0" smtClean="0"/>
              <a:t> </a:t>
            </a:r>
            <a:r>
              <a:rPr lang="ru-RU" dirty="0" err="1" smtClean="0"/>
              <a:t>байр</a:t>
            </a:r>
            <a:endParaRPr lang="en-US" dirty="0"/>
          </a:p>
        </p:txBody>
      </p:sp>
      <p:pic>
        <p:nvPicPr>
          <p:cNvPr id="8" name="Content Placeholder 7" descr="rocky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934" r="-17934"/>
          <a:stretch>
            <a:fillRect/>
          </a:stretch>
        </p:blipFill>
        <p:spPr>
          <a:xfrm>
            <a:off x="-342762" y="1909867"/>
            <a:ext cx="10010514" cy="46627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346789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Content Placeholder 5" descr="little hall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784" r="-12784"/>
          <a:stretch>
            <a:fillRect/>
          </a:stretch>
        </p:blipFill>
        <p:spPr>
          <a:xfrm>
            <a:off x="-769073" y="1213685"/>
            <a:ext cx="10516013" cy="48982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787892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common room rocky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1018" r="-111018"/>
          <a:stretch>
            <a:fillRect/>
          </a:stretch>
        </p:blipFill>
        <p:spPr>
          <a:xfrm>
            <a:off x="-3104911" y="995506"/>
            <a:ext cx="11318750" cy="527211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common room mathey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512" y="995506"/>
            <a:ext cx="3560327" cy="53404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34245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dining hall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5161" r="-35161"/>
          <a:stretch>
            <a:fillRect/>
          </a:stretch>
        </p:blipFill>
        <p:spPr>
          <a:xfrm>
            <a:off x="-640635" y="1591056"/>
            <a:ext cx="10544028" cy="49112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 smtClean="0"/>
              <a:t>Цайны</a:t>
            </a:r>
            <a:r>
              <a:rPr lang="ru-RU" dirty="0"/>
              <a:t> </a:t>
            </a:r>
            <a:r>
              <a:rPr lang="ru-RU" dirty="0" err="1" smtClean="0"/>
              <a:t>Газар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6810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classroom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669" r="-21669"/>
          <a:stretch>
            <a:fillRect/>
          </a:stretch>
        </p:blipFill>
        <p:spPr>
          <a:xfrm>
            <a:off x="-483658" y="1480648"/>
            <a:ext cx="5133313" cy="23910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ru-RU" dirty="0" err="1" smtClean="0">
                <a:solidFill>
                  <a:schemeClr val="bg1"/>
                </a:solidFill>
              </a:rPr>
              <a:t>Хичээл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 descr="IMG_0178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9800" y="2753902"/>
            <a:ext cx="5304200" cy="39781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549735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 descr="library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2483" y="3578716"/>
            <a:ext cx="4495076" cy="308518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Content Placeholder 6" descr="Photo3992.jpg"/>
          <p:cNvPicPr>
            <a:picLocks noGrp="1" noChangeAspect="1"/>
          </p:cNvPicPr>
          <p:nvPr>
            <p:ph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0539" r="-30539"/>
          <a:stretch>
            <a:fillRect/>
          </a:stretch>
        </p:blipFill>
        <p:spPr>
          <a:xfrm>
            <a:off x="-1384888" y="128020"/>
            <a:ext cx="7408333" cy="34506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022840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 smtClean="0"/>
              <a:t>Хичээлээс Гадуурх </a:t>
            </a:r>
            <a:endParaRPr lang="en-US" dirty="0"/>
          </a:p>
        </p:txBody>
      </p:sp>
      <p:pic>
        <p:nvPicPr>
          <p:cNvPr id="2054" name="Picture 6" descr="C:\Users\SkYe\Downloads\323877_10150490448373146_590336973_o.jp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295400"/>
            <a:ext cx="8591550" cy="50673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65862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C:\Users\SkYe\Downloads\581268_203751646393942_1774756334_n.jp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86" y="25962"/>
            <a:ext cx="4745422" cy="315867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SkYe\Downloads\383193_10150531587325101_302268263_n.jp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317" y="2902058"/>
            <a:ext cx="4808483" cy="360636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47733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DSCN3025.JPG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0524" r="-30524"/>
          <a:stretch>
            <a:fillRect/>
          </a:stretch>
        </p:blipFill>
        <p:spPr>
          <a:xfrm>
            <a:off x="-1097299" y="1591056"/>
            <a:ext cx="6805610" cy="31699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Олон</a:t>
            </a:r>
            <a:r>
              <a:rPr lang="ru-RU" dirty="0" smtClean="0"/>
              <a:t> </a:t>
            </a:r>
            <a:r>
              <a:rPr lang="ru-RU" dirty="0" err="1"/>
              <a:t>Н</a:t>
            </a:r>
            <a:r>
              <a:rPr lang="ru-RU" dirty="0" err="1" smtClean="0"/>
              <a:t>иитийн</a:t>
            </a:r>
            <a:r>
              <a:rPr lang="ru-RU" dirty="0" smtClean="0"/>
              <a:t> </a:t>
            </a:r>
            <a:r>
              <a:rPr lang="ru-RU" dirty="0" err="1"/>
              <a:t>А</a:t>
            </a:r>
            <a:r>
              <a:rPr lang="ru-RU" dirty="0" err="1" smtClean="0"/>
              <a:t>мьдрал</a:t>
            </a:r>
            <a:endParaRPr lang="en-US" dirty="0"/>
          </a:p>
        </p:txBody>
      </p:sp>
      <p:pic>
        <p:nvPicPr>
          <p:cNvPr id="5" name="Picture 4" descr="IMG_1785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643" y="3272484"/>
            <a:ext cx="4609461" cy="34570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211079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324550_307381012624870_414533071_o.jpg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0457" r="-30457"/>
          <a:stretch>
            <a:fillRect/>
          </a:stretch>
        </p:blipFill>
        <p:spPr>
          <a:xfrm>
            <a:off x="-1286933" y="338328"/>
            <a:ext cx="7408333" cy="3450696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320947_274413345921637_970746221_n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300" y="3228974"/>
            <a:ext cx="4838700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9054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C:\Users\SkYe\Downloads\418338_2891218040202_1252770071_32395455_873989384_n.jp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2350" y="166878"/>
            <a:ext cx="5372100" cy="402907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70" y="3009900"/>
            <a:ext cx="4759733" cy="363855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91705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choose two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5962" r="-35962"/>
          <a:stretch>
            <a:fillRect/>
          </a:stretch>
        </p:blipFill>
        <p:spPr>
          <a:xfrm>
            <a:off x="872067" y="2609850"/>
            <a:ext cx="7408333" cy="3516313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 smtClean="0"/>
              <a:t>Сурсан</a:t>
            </a:r>
            <a:r>
              <a:rPr lang="ru-RU" dirty="0" smtClean="0"/>
              <a:t> </a:t>
            </a:r>
            <a:r>
              <a:rPr lang="ru-RU" dirty="0" err="1" smtClean="0"/>
              <a:t>Юмнууд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0061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Баярлалаа</a:t>
            </a:r>
            <a:r>
              <a:rPr lang="ru-RU" dirty="0" smtClean="0"/>
              <a:t>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3615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Waveform.thmx</Template>
  <TotalTime>162</TotalTime>
  <Words>19</Words>
  <Application>Microsoft Macintosh PowerPoint</Application>
  <PresentationFormat>On-screen Show (4:3)</PresentationFormat>
  <Paragraphs>9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Waveform</vt:lpstr>
      <vt:lpstr>Оюутаны Амьдрал</vt:lpstr>
      <vt:lpstr>International Student Orientation</vt:lpstr>
      <vt:lpstr>Амьдрах байр</vt:lpstr>
      <vt:lpstr>PowerPoint Presentation</vt:lpstr>
      <vt:lpstr>PowerPoint Presentation</vt:lpstr>
      <vt:lpstr>Цайны Газар</vt:lpstr>
      <vt:lpstr>Хичээл</vt:lpstr>
      <vt:lpstr>PowerPoint Presentation</vt:lpstr>
      <vt:lpstr>Хичээлээс Гадуурх </vt:lpstr>
      <vt:lpstr>PowerPoint Presentation</vt:lpstr>
      <vt:lpstr>Олон Ниитийн Амьдрал</vt:lpstr>
      <vt:lpstr>PowerPoint Presentation</vt:lpstr>
      <vt:lpstr>PowerPoint Presentation</vt:lpstr>
      <vt:lpstr>Сурсан Юмнууд</vt:lpstr>
      <vt:lpstr>Баярлалаа!</vt:lpstr>
    </vt:vector>
  </TitlesOfParts>
  <Company>Princeton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Student</cp:lastModifiedBy>
  <cp:revision>19</cp:revision>
  <dcterms:created xsi:type="dcterms:W3CDTF">2012-06-14T13:39:16Z</dcterms:created>
  <dcterms:modified xsi:type="dcterms:W3CDTF">2012-06-15T14:55:53Z</dcterms:modified>
</cp:coreProperties>
</file>