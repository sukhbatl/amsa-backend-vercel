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158C02-E7DE-45C0-A482-15F93DDE60B1}" type="datetimeFigureOut">
              <a:rPr lang="en-US" smtClean="0"/>
              <a:t>11/21/2012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8301374-2F8D-4E62-8C13-68ADB50A6558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mn-MN" dirty="0" smtClean="0"/>
              <a:t>Холбооны цаашдын</a:t>
            </a:r>
            <a:br>
              <a:rPr lang="mn-MN" dirty="0" smtClean="0"/>
            </a:br>
            <a:r>
              <a:rPr lang="mn-MN" dirty="0" smtClean="0"/>
              <a:t>үйл ажиллагаа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Бүтэц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n-MN" dirty="0" smtClean="0"/>
              <a:t>Удирдах зөвлөл</a:t>
            </a:r>
          </a:p>
          <a:p>
            <a:pPr lvl="1">
              <a:buNone/>
            </a:pPr>
            <a:r>
              <a:rPr lang="mn-MN" dirty="0" smtClean="0"/>
              <a:t>Долоон гишүүнтэй байх</a:t>
            </a:r>
          </a:p>
          <a:p>
            <a:r>
              <a:rPr lang="mn-MN" dirty="0" smtClean="0"/>
              <a:t>Гүйцэтгэх зөвлөл</a:t>
            </a:r>
          </a:p>
          <a:p>
            <a:pPr lvl="1">
              <a:buNone/>
            </a:pPr>
            <a:r>
              <a:rPr lang="mn-MN" dirty="0" smtClean="0"/>
              <a:t>Гурван гишүүн бүх гишүүдээр хурлаар сонгогдох бөгөөд дахин хоёр гишүүнийг сонгож авах боломжтой байх. </a:t>
            </a:r>
          </a:p>
          <a:p>
            <a:pPr lvl="1">
              <a:buNone/>
            </a:pPr>
            <a:r>
              <a:rPr lang="mn-MN" dirty="0" smtClean="0"/>
              <a:t>Өдөр тутмын үүрэг хариуцлагыг хэрэгжүүлэх.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Бүтцийн өөрчлөлтийн журам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mn-MN" dirty="0" smtClean="0"/>
              <a:t>Удирдах зөвлөл тодорхой хэмжээнд солигдох боломжтой байх</a:t>
            </a:r>
          </a:p>
          <a:p>
            <a:r>
              <a:rPr lang="mn-MN" dirty="0" smtClean="0"/>
              <a:t>Гүйцэтгэх зөвлөл жил бүр сонгогдох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mn-MN" dirty="0" smtClean="0"/>
              <a:t>Гишүүдийн санал бодол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49</Words>
  <Application>Microsoft Office PowerPoint</Application>
  <PresentationFormat>On-screen Show (4:3)</PresentationFormat>
  <Paragraphs>11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Office Theme</vt:lpstr>
      <vt:lpstr>Холбооны цаашдын үйл ажиллагаа</vt:lpstr>
      <vt:lpstr>Бүтэц</vt:lpstr>
      <vt:lpstr>Бүтцийн өөрчлөлтийн журам</vt:lpstr>
      <vt:lpstr>Гишүүдийн санал бодол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Temuge</dc:creator>
  <cp:lastModifiedBy>Temuge</cp:lastModifiedBy>
  <cp:revision>3</cp:revision>
  <dcterms:created xsi:type="dcterms:W3CDTF">2012-11-21T05:40:30Z</dcterms:created>
  <dcterms:modified xsi:type="dcterms:W3CDTF">2012-11-21T06:03:09Z</dcterms:modified>
</cp:coreProperties>
</file>